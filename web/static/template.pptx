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5"/>
  </p:handoutMasterIdLst>
  <p:sldIdLst>
    <p:sldId id="256" r:id="rId3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3CE"/>
    <a:srgbClr val="8DC9F1"/>
    <a:srgbClr val="A1CFF3"/>
    <a:srgbClr val="388AD1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0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PPT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75"/>
            <a:ext cx="12192000" cy="6851650"/>
          </a:xfrm>
          <a:prstGeom prst="rect">
            <a:avLst/>
          </a:prstGeom>
        </p:spPr>
      </p:pic>
      <p:pic>
        <p:nvPicPr>
          <p:cNvPr id="5" name="图片 4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20" y="439420"/>
            <a:ext cx="1849120" cy="871220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4067175" y="3406775"/>
            <a:ext cx="4057650" cy="510540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/>
              <a:t>构筑全球卓越的教育服务体系</a:t>
            </a:r>
            <a:endParaRPr lang="zh-CN" altLang="en-US" sz="2000"/>
          </a:p>
        </p:txBody>
      </p:sp>
      <p:sp>
        <p:nvSpPr>
          <p:cNvPr id="10" name="矩形 9"/>
          <p:cNvSpPr/>
          <p:nvPr/>
        </p:nvSpPr>
        <p:spPr>
          <a:xfrm>
            <a:off x="743903" y="5226050"/>
            <a:ext cx="2474595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20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汇报人</a:t>
            </a:r>
            <a:r>
              <a:rPr lang="en-US" altLang="zh-CN" sz="20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｜</a:t>
            </a:r>
            <a:r>
              <a:rPr lang="zh-CN" altLang="en-US" sz="20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联合项目组</a:t>
            </a:r>
            <a:endParaRPr lang="zh-CN" altLang="en-US" sz="20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04228" y="5715635"/>
            <a:ext cx="1134745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ln/>
                <a:solidFill>
                  <a:srgbClr val="5B93CE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2026 ｜</a:t>
            </a:r>
            <a:endParaRPr lang="en-US" altLang="zh-CN" sz="2000" b="1">
              <a:ln/>
              <a:solidFill>
                <a:srgbClr val="5B93CE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901565" y="2207895"/>
            <a:ext cx="238887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72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标题</a:t>
            </a:r>
            <a:r>
              <a:rPr lang="en-US" altLang="zh-CN" sz="72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1</a:t>
            </a:r>
            <a:endParaRPr lang="en-US" altLang="zh-CN" sz="7200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756728" y="5658485"/>
            <a:ext cx="1607185" cy="52197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l"/>
            <a:r>
              <a:rPr lang="en-US" altLang="zh-CN" sz="14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TIANLI</a:t>
            </a:r>
            <a:endParaRPr lang="en-US" altLang="zh-CN" sz="14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  <a:p>
            <a:pPr algn="l"/>
            <a:r>
              <a:rPr lang="en-US" altLang="zh-CN" sz="14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INTERNATIONAL</a:t>
            </a:r>
            <a:endParaRPr lang="en-US" altLang="zh-CN" sz="14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PPT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75"/>
            <a:ext cx="12192000" cy="6851650"/>
          </a:xfrm>
          <a:prstGeom prst="rect">
            <a:avLst/>
          </a:prstGeom>
        </p:spPr>
      </p:pic>
      <p:pic>
        <p:nvPicPr>
          <p:cNvPr id="5" name="图片 4" descr="3.png（1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5905" y="267970"/>
            <a:ext cx="1473200" cy="69977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072323" y="3429000"/>
            <a:ext cx="8071485" cy="8299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48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立达</a:t>
            </a:r>
            <a:r>
              <a:rPr lang="en-US" altLang="zh-CN" sz="48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AI</a:t>
            </a:r>
            <a:r>
              <a:rPr lang="zh-CN" altLang="en-US" sz="48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教学平台整体使用</a:t>
            </a:r>
            <a:r>
              <a:rPr lang="zh-CN" altLang="en-US" sz="48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情况</a:t>
            </a:r>
            <a:endParaRPr lang="zh-CN" altLang="en-US" sz="48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>
            <a:off x="5542280" y="2230120"/>
            <a:ext cx="110744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01</a:t>
            </a:r>
            <a:endParaRPr lang="en-US" altLang="zh-CN" sz="7200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6917373" y="4336415"/>
            <a:ext cx="3388995" cy="52197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28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开始时间</a:t>
            </a:r>
            <a:r>
              <a:rPr lang="en-US" altLang="zh-CN" sz="28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～</a:t>
            </a:r>
            <a:r>
              <a:rPr lang="zh-CN" altLang="en-US" sz="28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结束</a:t>
            </a:r>
            <a:r>
              <a:rPr lang="zh-CN" altLang="en-US" sz="28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时间</a:t>
            </a:r>
            <a:endParaRPr lang="zh-CN" altLang="en-US" sz="28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PPT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75"/>
            <a:ext cx="12192000" cy="6851650"/>
          </a:xfrm>
          <a:prstGeom prst="rect">
            <a:avLst/>
          </a:prstGeom>
        </p:spPr>
      </p:pic>
      <p:pic>
        <p:nvPicPr>
          <p:cNvPr id="5" name="图片 4" descr="3.png（1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5905" y="267970"/>
            <a:ext cx="1473200" cy="699770"/>
          </a:xfrm>
          <a:prstGeom prst="rect">
            <a:avLst/>
          </a:prstGeom>
        </p:spPr>
      </p:pic>
      <p:sp>
        <p:nvSpPr>
          <p:cNvPr id="11" name="圆角矩形 10"/>
          <p:cNvSpPr/>
          <p:nvPr/>
        </p:nvSpPr>
        <p:spPr>
          <a:xfrm>
            <a:off x="1031875" y="1078865"/>
            <a:ext cx="1596390" cy="128206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全校总览</a:t>
            </a:r>
            <a:r>
              <a:rPr lang="en-US" altLang="zh-CN"/>
              <a:t>-</a:t>
            </a:r>
            <a:r>
              <a:rPr lang="en-US" altLang="zh-CN"/>
              <a:t>KPI 1</a:t>
            </a:r>
            <a:endParaRPr lang="en-US" altLang="zh-CN"/>
          </a:p>
        </p:txBody>
      </p:sp>
      <p:sp>
        <p:nvSpPr>
          <p:cNvPr id="12" name="圆角矩形 11"/>
          <p:cNvSpPr/>
          <p:nvPr/>
        </p:nvSpPr>
        <p:spPr>
          <a:xfrm>
            <a:off x="3118485" y="1078865"/>
            <a:ext cx="1596390" cy="128206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全校总览</a:t>
            </a:r>
            <a:endParaRPr lang="zh-CN" altLang="en-US"/>
          </a:p>
          <a:p>
            <a:pPr algn="ctr"/>
            <a:r>
              <a:rPr lang="en-US" altLang="zh-CN"/>
              <a:t>KPI 2</a:t>
            </a:r>
            <a:endParaRPr lang="en-US" altLang="zh-CN"/>
          </a:p>
        </p:txBody>
      </p:sp>
      <p:sp>
        <p:nvSpPr>
          <p:cNvPr id="13" name="圆角矩形 12"/>
          <p:cNvSpPr/>
          <p:nvPr/>
        </p:nvSpPr>
        <p:spPr>
          <a:xfrm>
            <a:off x="5205095" y="1078865"/>
            <a:ext cx="1596390" cy="128206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全校总览</a:t>
            </a:r>
            <a:endParaRPr lang="zh-CN" altLang="en-US"/>
          </a:p>
          <a:p>
            <a:pPr algn="ctr"/>
            <a:r>
              <a:rPr lang="en-US" altLang="zh-CN"/>
              <a:t>KPI 3</a:t>
            </a:r>
            <a:endParaRPr lang="en-US" altLang="zh-CN"/>
          </a:p>
        </p:txBody>
      </p:sp>
      <p:sp>
        <p:nvSpPr>
          <p:cNvPr id="14" name="圆角矩形 13"/>
          <p:cNvSpPr/>
          <p:nvPr/>
        </p:nvSpPr>
        <p:spPr>
          <a:xfrm>
            <a:off x="7291705" y="1078865"/>
            <a:ext cx="1596390" cy="128206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全校</a:t>
            </a:r>
            <a:r>
              <a:rPr lang="zh-CN" altLang="en-US"/>
              <a:t>总览</a:t>
            </a:r>
            <a:endParaRPr lang="zh-CN" altLang="en-US"/>
          </a:p>
          <a:p>
            <a:pPr algn="ctr"/>
            <a:r>
              <a:rPr lang="en-US" altLang="zh-CN"/>
              <a:t>KPI 4</a:t>
            </a:r>
            <a:endParaRPr lang="en-US" altLang="zh-CN"/>
          </a:p>
        </p:txBody>
      </p:sp>
      <p:sp>
        <p:nvSpPr>
          <p:cNvPr id="15" name="圆角矩形 14"/>
          <p:cNvSpPr/>
          <p:nvPr/>
        </p:nvSpPr>
        <p:spPr>
          <a:xfrm>
            <a:off x="9378315" y="1078865"/>
            <a:ext cx="1596390" cy="128206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全校</a:t>
            </a:r>
            <a:r>
              <a:rPr lang="zh-CN" altLang="en-US"/>
              <a:t>总览</a:t>
            </a:r>
            <a:endParaRPr lang="zh-CN" altLang="en-US"/>
          </a:p>
          <a:p>
            <a:pPr algn="ctr"/>
            <a:r>
              <a:rPr lang="en-US" altLang="zh-CN"/>
              <a:t>KPI 5</a:t>
            </a:r>
            <a:endParaRPr lang="en-US" altLang="zh-CN"/>
          </a:p>
        </p:txBody>
      </p:sp>
      <p:sp>
        <p:nvSpPr>
          <p:cNvPr id="2" name="圆角矩形 1"/>
          <p:cNvSpPr/>
          <p:nvPr/>
        </p:nvSpPr>
        <p:spPr>
          <a:xfrm>
            <a:off x="1124268" y="2704465"/>
            <a:ext cx="9943465" cy="37249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全校总览</a:t>
            </a:r>
            <a:r>
              <a:rPr lang="en-US" altLang="zh-CN"/>
              <a:t>-</a:t>
            </a:r>
            <a:r>
              <a:rPr lang="zh-CN" altLang="en-US"/>
              <a:t>图表</a:t>
            </a:r>
            <a:r>
              <a:rPr lang="en-US" altLang="zh-CN"/>
              <a:t>1:</a:t>
            </a:r>
            <a:r>
              <a:rPr lang="zh-CN" altLang="en-US"/>
              <a:t>学校活跃比例对比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PPT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75"/>
            <a:ext cx="12192000" cy="6851650"/>
          </a:xfrm>
          <a:prstGeom prst="rect">
            <a:avLst/>
          </a:prstGeom>
        </p:spPr>
      </p:pic>
      <p:pic>
        <p:nvPicPr>
          <p:cNvPr id="5" name="图片 4" descr="3.png（1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5905" y="267970"/>
            <a:ext cx="1473200" cy="699770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1124268" y="1400810"/>
            <a:ext cx="9943465" cy="48641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全校总览</a:t>
            </a:r>
            <a:r>
              <a:rPr lang="en-US" altLang="zh-CN">
                <a:sym typeface="+mn-ea"/>
              </a:rPr>
              <a:t>-</a:t>
            </a:r>
            <a:r>
              <a:rPr lang="zh-CN" altLang="en-US"/>
              <a:t>图表</a:t>
            </a:r>
            <a:r>
              <a:rPr lang="en-US" altLang="zh-CN"/>
              <a:t>2:</a:t>
            </a:r>
            <a:r>
              <a:rPr lang="zh-CN" altLang="en-US"/>
              <a:t>各校使用率排名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PPT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75"/>
            <a:ext cx="12192000" cy="6851650"/>
          </a:xfrm>
          <a:prstGeom prst="rect">
            <a:avLst/>
          </a:prstGeom>
        </p:spPr>
      </p:pic>
      <p:pic>
        <p:nvPicPr>
          <p:cNvPr id="5" name="图片 4" descr="3.png（1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5905" y="267970"/>
            <a:ext cx="1473200" cy="699770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1124268" y="1400810"/>
            <a:ext cx="9943465" cy="48641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全校总览</a:t>
            </a:r>
            <a:r>
              <a:rPr lang="en-US" altLang="zh-CN">
                <a:sym typeface="+mn-ea"/>
              </a:rPr>
              <a:t>-</a:t>
            </a:r>
            <a:r>
              <a:rPr lang="zh-CN" altLang="en-US"/>
              <a:t>图表</a:t>
            </a:r>
            <a:r>
              <a:rPr lang="en-US" altLang="zh-CN"/>
              <a:t>6:</a:t>
            </a:r>
            <a:r>
              <a:rPr lang="zh-CN" altLang="en-US"/>
              <a:t>各校作业次数统计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PPT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75"/>
            <a:ext cx="12192000" cy="6851650"/>
          </a:xfrm>
          <a:prstGeom prst="rect">
            <a:avLst/>
          </a:prstGeom>
        </p:spPr>
      </p:pic>
      <p:pic>
        <p:nvPicPr>
          <p:cNvPr id="5" name="图片 4" descr="3.png（1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5905" y="267970"/>
            <a:ext cx="1473200" cy="69977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185921" y="3429000"/>
            <a:ext cx="3844290" cy="8299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4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本校使用</a:t>
            </a:r>
            <a:r>
              <a:rPr lang="zh-CN" altLang="en-US" sz="4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情况</a:t>
            </a:r>
            <a:endParaRPr lang="zh-CN" altLang="en-US" sz="4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>
            <a:off x="5454650" y="2230120"/>
            <a:ext cx="128270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02</a:t>
            </a:r>
            <a:endParaRPr lang="en-US" altLang="zh-CN" sz="72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PPT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75"/>
            <a:ext cx="12192000" cy="6851650"/>
          </a:xfrm>
          <a:prstGeom prst="rect">
            <a:avLst/>
          </a:prstGeom>
        </p:spPr>
      </p:pic>
      <p:pic>
        <p:nvPicPr>
          <p:cNvPr id="5" name="图片 4" descr="3.png（1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5905" y="267970"/>
            <a:ext cx="1473200" cy="699770"/>
          </a:xfrm>
          <a:prstGeom prst="rect">
            <a:avLst/>
          </a:prstGeom>
        </p:spPr>
      </p:pic>
      <p:sp>
        <p:nvSpPr>
          <p:cNvPr id="11" name="圆角矩形 10"/>
          <p:cNvSpPr/>
          <p:nvPr/>
        </p:nvSpPr>
        <p:spPr>
          <a:xfrm>
            <a:off x="1031875" y="1446530"/>
            <a:ext cx="1596390" cy="128206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单校</a:t>
            </a:r>
            <a:r>
              <a:rPr lang="zh-CN" altLang="en-US"/>
              <a:t>详情</a:t>
            </a:r>
            <a:endParaRPr lang="zh-CN" altLang="en-US"/>
          </a:p>
          <a:p>
            <a:pPr algn="ctr"/>
            <a:r>
              <a:rPr lang="en-US" altLang="zh-CN"/>
              <a:t>-</a:t>
            </a:r>
            <a:r>
              <a:rPr lang="en-US" altLang="zh-CN"/>
              <a:t>KPI 1</a:t>
            </a:r>
            <a:endParaRPr lang="en-US" altLang="zh-CN"/>
          </a:p>
        </p:txBody>
      </p:sp>
      <p:sp>
        <p:nvSpPr>
          <p:cNvPr id="12" name="圆角矩形 11"/>
          <p:cNvSpPr/>
          <p:nvPr/>
        </p:nvSpPr>
        <p:spPr>
          <a:xfrm>
            <a:off x="3118485" y="1446530"/>
            <a:ext cx="1596390" cy="128206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单校详情</a:t>
            </a:r>
            <a:endParaRPr lang="zh-CN" altLang="en-US"/>
          </a:p>
          <a:p>
            <a:pPr algn="ctr"/>
            <a:r>
              <a:rPr lang="en-US" altLang="zh-CN"/>
              <a:t>KPI 2</a:t>
            </a:r>
            <a:endParaRPr lang="en-US" altLang="zh-CN"/>
          </a:p>
        </p:txBody>
      </p:sp>
      <p:sp>
        <p:nvSpPr>
          <p:cNvPr id="13" name="圆角矩形 12"/>
          <p:cNvSpPr/>
          <p:nvPr/>
        </p:nvSpPr>
        <p:spPr>
          <a:xfrm>
            <a:off x="5205095" y="1446530"/>
            <a:ext cx="1596390" cy="128206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单校详情</a:t>
            </a:r>
            <a:endParaRPr lang="zh-CN" altLang="en-US"/>
          </a:p>
          <a:p>
            <a:pPr algn="ctr"/>
            <a:r>
              <a:rPr lang="en-US" altLang="zh-CN"/>
              <a:t>KPI 3</a:t>
            </a:r>
            <a:endParaRPr lang="en-US" altLang="zh-CN"/>
          </a:p>
        </p:txBody>
      </p:sp>
      <p:sp>
        <p:nvSpPr>
          <p:cNvPr id="14" name="圆角矩形 13"/>
          <p:cNvSpPr/>
          <p:nvPr/>
        </p:nvSpPr>
        <p:spPr>
          <a:xfrm>
            <a:off x="7291705" y="1446530"/>
            <a:ext cx="1596390" cy="128206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单校详情</a:t>
            </a:r>
            <a:endParaRPr lang="zh-CN" altLang="en-US"/>
          </a:p>
          <a:p>
            <a:pPr algn="ctr"/>
            <a:r>
              <a:rPr lang="en-US" altLang="zh-CN"/>
              <a:t>KPI 4</a:t>
            </a:r>
            <a:endParaRPr lang="en-US" altLang="zh-CN"/>
          </a:p>
        </p:txBody>
      </p:sp>
      <p:sp>
        <p:nvSpPr>
          <p:cNvPr id="15" name="圆角矩形 14"/>
          <p:cNvSpPr/>
          <p:nvPr/>
        </p:nvSpPr>
        <p:spPr>
          <a:xfrm>
            <a:off x="9378315" y="1446530"/>
            <a:ext cx="1596390" cy="128206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单校详情</a:t>
            </a:r>
            <a:endParaRPr lang="zh-CN" altLang="en-US"/>
          </a:p>
          <a:p>
            <a:pPr algn="ctr"/>
            <a:r>
              <a:rPr lang="en-US" altLang="zh-CN"/>
              <a:t>KPI 5</a:t>
            </a:r>
            <a:endParaRPr lang="en-US" altLang="zh-CN"/>
          </a:p>
        </p:txBody>
      </p:sp>
      <p:sp>
        <p:nvSpPr>
          <p:cNvPr id="2" name="圆角矩形 1"/>
          <p:cNvSpPr/>
          <p:nvPr/>
        </p:nvSpPr>
        <p:spPr>
          <a:xfrm>
            <a:off x="1124268" y="3429000"/>
            <a:ext cx="9943465" cy="275209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短板</a:t>
            </a:r>
            <a:r>
              <a:rPr lang="zh-CN" altLang="en-US"/>
              <a:t>预警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PPT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75"/>
            <a:ext cx="12192000" cy="6851650"/>
          </a:xfrm>
          <a:prstGeom prst="rect">
            <a:avLst/>
          </a:prstGeom>
        </p:spPr>
      </p:pic>
      <p:pic>
        <p:nvPicPr>
          <p:cNvPr id="5" name="图片 4" descr="3.png（1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5905" y="267970"/>
            <a:ext cx="1473200" cy="699770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1124268" y="1400810"/>
            <a:ext cx="9943465" cy="48641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单校详情</a:t>
            </a:r>
            <a:r>
              <a:rPr lang="en-US" altLang="zh-CN">
                <a:sym typeface="+mn-ea"/>
              </a:rPr>
              <a:t>-</a:t>
            </a:r>
            <a:r>
              <a:rPr lang="zh-CN" altLang="en-US"/>
              <a:t>图表</a:t>
            </a:r>
            <a:r>
              <a:rPr lang="en-US" altLang="zh-CN"/>
              <a:t>1:</a:t>
            </a:r>
            <a:r>
              <a:rPr lang="zh-CN" altLang="en-US"/>
              <a:t>周期趋势分析</a:t>
            </a:r>
            <a:r>
              <a:rPr lang="en-US" altLang="zh-CN"/>
              <a:t>tab1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PPT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75"/>
            <a:ext cx="12192000" cy="6851650"/>
          </a:xfrm>
          <a:prstGeom prst="rect">
            <a:avLst/>
          </a:prstGeom>
        </p:spPr>
      </p:pic>
      <p:pic>
        <p:nvPicPr>
          <p:cNvPr id="5" name="图片 4" descr="3.png（1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5905" y="267970"/>
            <a:ext cx="1473200" cy="699770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1124268" y="1400810"/>
            <a:ext cx="9943465" cy="48641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单校详情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图表</a:t>
            </a:r>
            <a:r>
              <a:rPr lang="en-US" altLang="zh-CN">
                <a:sym typeface="+mn-ea"/>
              </a:rPr>
              <a:t>1:</a:t>
            </a:r>
            <a:r>
              <a:rPr lang="zh-CN" altLang="en-US">
                <a:sym typeface="+mn-ea"/>
              </a:rPr>
              <a:t>周期趋势分析</a:t>
            </a:r>
            <a:r>
              <a:rPr lang="en-US" altLang="zh-CN">
                <a:sym typeface="+mn-ea"/>
              </a:rPr>
              <a:t>tab2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PPT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75"/>
            <a:ext cx="12192000" cy="6851650"/>
          </a:xfrm>
          <a:prstGeom prst="rect">
            <a:avLst/>
          </a:prstGeom>
        </p:spPr>
      </p:pic>
      <p:pic>
        <p:nvPicPr>
          <p:cNvPr id="5" name="图片 4" descr="3.png（1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5905" y="267970"/>
            <a:ext cx="1473200" cy="699770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1124268" y="1400810"/>
            <a:ext cx="9943465" cy="48641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单校详情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图表</a:t>
            </a:r>
            <a:r>
              <a:rPr lang="en-US" altLang="zh-CN">
                <a:sym typeface="+mn-ea"/>
              </a:rPr>
              <a:t>1:</a:t>
            </a:r>
            <a:r>
              <a:rPr lang="zh-CN" altLang="en-US">
                <a:sym typeface="+mn-ea"/>
              </a:rPr>
              <a:t>周期趋势分析</a:t>
            </a:r>
            <a:r>
              <a:rPr lang="en-US" altLang="zh-CN">
                <a:sym typeface="+mn-ea"/>
              </a:rPr>
              <a:t>tab3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PPT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75"/>
            <a:ext cx="12192000" cy="6851650"/>
          </a:xfrm>
          <a:prstGeom prst="rect">
            <a:avLst/>
          </a:prstGeom>
        </p:spPr>
      </p:pic>
      <p:pic>
        <p:nvPicPr>
          <p:cNvPr id="5" name="图片 4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20" y="439420"/>
            <a:ext cx="1849120" cy="871220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4067175" y="3406775"/>
            <a:ext cx="4057650" cy="510540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/>
              <a:t>构筑全球卓越的教育服务体系</a:t>
            </a:r>
            <a:endParaRPr lang="zh-CN" altLang="en-US" sz="2000"/>
          </a:p>
        </p:txBody>
      </p:sp>
      <p:sp>
        <p:nvSpPr>
          <p:cNvPr id="10" name="矩形 9"/>
          <p:cNvSpPr/>
          <p:nvPr/>
        </p:nvSpPr>
        <p:spPr>
          <a:xfrm>
            <a:off x="743903" y="5226050"/>
            <a:ext cx="2474595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汇报人</a:t>
            </a:r>
            <a:r>
              <a:rPr lang="en-US" altLang="zh-CN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｜</a:t>
            </a:r>
            <a:r>
              <a:rPr lang="zh-CN" altLang="en-US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联合项目组</a:t>
            </a:r>
            <a:endParaRPr lang="zh-CN" altLang="en-US" sz="2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04228" y="5715635"/>
            <a:ext cx="1134745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2000" b="1">
                <a:solidFill>
                  <a:srgbClr val="5B93CE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2026 ｜</a:t>
            </a:r>
            <a:endParaRPr lang="en-US" altLang="zh-CN" sz="2000" b="1">
              <a:solidFill>
                <a:srgbClr val="5B93CE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173220" y="2207895"/>
            <a:ext cx="384556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7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汇报完毕</a:t>
            </a:r>
            <a:endParaRPr lang="zh-CN" altLang="en-US" sz="72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756728" y="5658485"/>
            <a:ext cx="1607185" cy="52197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l"/>
            <a:r>
              <a:rPr lang="en-US" altLang="zh-CN" sz="1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TIANLI</a:t>
            </a:r>
            <a:endParaRPr lang="en-US" altLang="zh-CN" sz="1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  <a:p>
            <a:pPr algn="l"/>
            <a:r>
              <a:rPr lang="en-US" altLang="zh-CN" sz="1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INTERNATIONAL</a:t>
            </a:r>
            <a:endParaRPr lang="en-US" altLang="zh-CN" sz="1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</Words>
  <Application>WPS 文字</Application>
  <PresentationFormat>宽屏</PresentationFormat>
  <Paragraphs>75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小碗.</cp:lastModifiedBy>
  <cp:revision>163</cp:revision>
  <dcterms:created xsi:type="dcterms:W3CDTF">2026-07-07T06:03:44Z</dcterms:created>
  <dcterms:modified xsi:type="dcterms:W3CDTF">2026-07-07T06:03:44Z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2052-7.2.2.8955</vt:lpwstr>
  </property>
  <property fmtid="{D5CDD505-2E9C-101B-9397-08002B2CF9AE}" pid="3" name="ICV">
    <vt:lpwstr>CDB377ECB42CBB794B644B6AEBDA1323_41</vt:lpwstr>
  </property>
</Properties>
</file>